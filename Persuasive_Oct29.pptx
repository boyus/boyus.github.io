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8C41-3B18-F43E-6761-F00D7330B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3F7EF-B1F1-D124-50E4-774BF96ED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53717-F62B-9FE0-373F-05C5D3DE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751D-1A24-CC43-6305-D1C9FE8D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2CC7-93B1-6627-CDB1-436FE283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8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E8D3-3F24-9EF3-F495-7D0DC65F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2E87-422A-6B1B-F6EC-A97D6BF03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C305D-D8B3-B29A-3851-166619A3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986B3-5E77-FD00-A1FA-4DD88E2B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16A5-B726-49D3-75A8-7B250041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2C54-9F8A-6FAC-6F6A-480809CE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D6074-7B47-1B84-6411-87CC968D4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C6FDB-C41A-8365-EAD0-43C2D07D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586D-EC66-37DA-118C-2924F756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E5409-B0E2-02A8-175A-7A660A02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3EE3-D21C-9E7C-F42C-E7BE8EED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09F0-C089-7F02-9C8E-B5857701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6A609-3DED-9B05-E752-3CA9E5FA6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C4AA4-9D36-82D0-A696-D701DE72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6963A-E8FA-EEC6-12A2-ED1A5CF6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11A99-FCE1-441A-1430-07F64888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6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20F1-B160-AD29-E9EB-4641A7C6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F8026-347B-E01A-5F4B-38D9EF056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B7B95-82B8-F375-E8FE-7384B0024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EEED5-E7D9-CA75-8BD1-D5F8D821D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6970A-2D78-EDD8-FD41-20179DF09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EAF1E-E974-FE2A-820F-A5D2BE9F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1AB8B-257D-E212-223C-00742644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3358A-00E4-52B5-8B26-D7C1F214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0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3376-B561-F830-6B71-15B810E0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CBFDF-CAD3-54C2-5A82-6E7B8881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BDA5F-B10D-A554-F357-E8A1F52C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E4440-7B5F-BCB6-9103-B5CAEC0A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1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CA4A0-9851-1FAA-3E1A-357D14FA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84FCF-BFD9-04DA-EDF7-23855616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07445-04B8-CAF0-9FDD-A233736D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18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244A-E650-B07F-218B-D58F8E19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04CA-7DB5-E1E4-B807-900E39212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D175A-4258-98ED-3C5E-16F01E2C9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D4386-FF94-8950-8C89-C85817C7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4CB7F-5BCD-364E-91EE-4AB26D38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FBE02-316A-388D-2A8E-B117FB30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0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F3A9-3A05-6C59-81A4-024EE5173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20A27-5F0E-F052-A90E-A4B2B277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3274E-C9D5-60EF-5817-73BC2B874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B2707-4A63-BDD9-E158-91BA270F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13CC6-5519-125C-14ED-F27D9642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65528-D4E4-25E3-489F-A6D1B279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45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578B-2B71-F528-EB95-9420B83D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6F381-ADEE-4C57-B9BC-5EBC2CE42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82371-2677-677E-B60B-A2781287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41490-50EE-EE59-3291-8E235FD2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60E71-2FFA-1903-E3BD-CC7333D7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8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EBD6D-B640-573C-70C6-469F8C3EB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CBE1B-F103-8961-507B-924484F5B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76B5-66FB-5C95-CCFB-5C233F73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CCB64-0089-4329-56FF-1A3A3187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24B5E-B89E-A636-CF13-FD5B2EC4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90D58-CB4B-56D4-12DD-63FC34FD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3DAA1-6B9C-A17A-E311-3880C598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A369A-D1B5-04B0-DEF5-E406C7274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B6A48-7792-4F86-A22D-0BFFE9F7F6A7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F48ED-C6B5-24DC-38CD-2788A6F98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650C-3574-2D87-9D98-D1670B4B1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250BA-F246-48E3-BF8C-6DACA211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8BD2-303F-4A25-A631-486D5A85B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altLang="zh-CN" dirty="0"/>
              <a:t>you</a:t>
            </a:r>
            <a:r>
              <a:rPr lang="en-US" dirty="0"/>
              <a:t> should learn financial literacy</a:t>
            </a:r>
          </a:p>
        </p:txBody>
      </p:sp>
    </p:spTree>
    <p:extLst>
      <p:ext uri="{BB962C8B-B14F-4D97-AF65-F5344CB8AC3E}">
        <p14:creationId xmlns:p14="http://schemas.microsoft.com/office/powerpoint/2010/main" val="2960740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A55850-9F81-AE2B-E271-89692E99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51" y="1205562"/>
            <a:ext cx="8329297" cy="5173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A77630-8C53-DF64-0DE1-BEB6A436EC64}"/>
              </a:ext>
            </a:extLst>
          </p:cNvPr>
          <p:cNvSpPr txBox="1"/>
          <p:nvPr/>
        </p:nvSpPr>
        <p:spPr>
          <a:xfrm>
            <a:off x="3375953" y="479273"/>
            <a:ext cx="5440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Sectors as % of U.S. GDP (2023)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CA96C-3CC7-0DFB-F3BD-C21993C700C6}"/>
              </a:ext>
            </a:extLst>
          </p:cNvPr>
          <p:cNvSpPr/>
          <p:nvPr/>
        </p:nvSpPr>
        <p:spPr>
          <a:xfrm>
            <a:off x="1864334" y="1242776"/>
            <a:ext cx="8396314" cy="6094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7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2BC0-536D-56BE-E5D1-DA8F2EF9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6DA9-DEF4-8C4C-23E5-C3A549EF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Credit cards</a:t>
            </a:r>
          </a:p>
        </p:txBody>
      </p:sp>
      <p:pic>
        <p:nvPicPr>
          <p:cNvPr id="1026" name="Picture 2" descr="Fundamentals of Statistics: Type I and Type II Errors | EUPATI Open  Classroom">
            <a:extLst>
              <a:ext uri="{FF2B5EF4-FFF2-40B4-BE49-F238E27FC236}">
                <a16:creationId xmlns:a16="http://schemas.microsoft.com/office/drawing/2014/main" id="{717310E6-3CF6-B2DA-6571-DBE4DF81C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773" y="1726052"/>
            <a:ext cx="6406453" cy="42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14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DA48-5BF0-C13D-0F6F-D58F9104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Buying a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0382-2976-DE47-17BF-C89BD5A96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Real estate agents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dirty="0"/>
              <a:t>$450,000 home * 6% = </a:t>
            </a:r>
            <a:r>
              <a:rPr lang="en-US" b="1" dirty="0"/>
              <a:t>$27,000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Negotiate down 1% </a:t>
            </a:r>
            <a:r>
              <a:rPr lang="en-US" b="1" dirty="0">
                <a:solidFill>
                  <a:srgbClr val="FF0000"/>
                </a:solidFill>
              </a:rPr>
              <a:t>=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$4,500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sz="3200" dirty="0"/>
              <a:t>Refinancing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$450,000 home, 20% down, 30-yr, APR </a:t>
            </a:r>
            <a:r>
              <a:rPr lang="en-US" b="1" dirty="0"/>
              <a:t>6%</a:t>
            </a:r>
            <a:r>
              <a:rPr lang="en-US" dirty="0"/>
              <a:t> =&gt; </a:t>
            </a:r>
            <a:r>
              <a:rPr lang="en-US" b="1" dirty="0"/>
              <a:t>$2,158 / month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$450,000 home, 20% down, 30-yr, APR </a:t>
            </a:r>
            <a:r>
              <a:rPr lang="en-US" b="1" dirty="0">
                <a:solidFill>
                  <a:srgbClr val="FF0000"/>
                </a:solidFill>
              </a:rPr>
              <a:t>3% </a:t>
            </a:r>
            <a:r>
              <a:rPr lang="en-US" dirty="0">
                <a:solidFill>
                  <a:srgbClr val="FF0000"/>
                </a:solidFill>
              </a:rPr>
              <a:t>=&gt; </a:t>
            </a:r>
            <a:r>
              <a:rPr lang="en-US" b="1" dirty="0">
                <a:solidFill>
                  <a:srgbClr val="FF0000"/>
                </a:solidFill>
              </a:rPr>
              <a:t>$1,517 / month</a:t>
            </a:r>
          </a:p>
        </p:txBody>
      </p:sp>
    </p:spTree>
    <p:extLst>
      <p:ext uri="{BB962C8B-B14F-4D97-AF65-F5344CB8AC3E}">
        <p14:creationId xmlns:p14="http://schemas.microsoft.com/office/powerpoint/2010/main" val="210063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588D-7C30-8006-8C7A-E9EAB4F6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EDCF-0E63-5580-1661-60226805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Investment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FC9E01-B889-0DD6-15D9-BF34AEE5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372" y="1587656"/>
            <a:ext cx="7273256" cy="490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20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8E1D-AEAC-24DB-6EC0-869A83B4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DBF4-2CEF-C5A6-D6D8-EB1A8C63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</a:t>
            </a:r>
            <a:r>
              <a:rPr lang="en-US" altLang="zh-CN" dirty="0"/>
              <a:t>rn!!!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A0FF8-0287-D0C6-A9A1-41DBDB55F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Reddit</a:t>
            </a:r>
          </a:p>
          <a:p>
            <a:endParaRPr lang="en-US" dirty="0"/>
          </a:p>
          <a:p>
            <a:r>
              <a:rPr lang="en-US" dirty="0"/>
              <a:t>LinkedIn Learning --- all FREE</a:t>
            </a:r>
          </a:p>
        </p:txBody>
      </p:sp>
    </p:spTree>
    <p:extLst>
      <p:ext uri="{BB962C8B-B14F-4D97-AF65-F5344CB8AC3E}">
        <p14:creationId xmlns:p14="http://schemas.microsoft.com/office/powerpoint/2010/main" val="16961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92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Why you should learn financial literacy</vt:lpstr>
      <vt:lpstr>PowerPoint Presentation</vt:lpstr>
      <vt:lpstr>Credit cards</vt:lpstr>
      <vt:lpstr>Buying a home</vt:lpstr>
      <vt:lpstr>Investment</vt:lpstr>
      <vt:lpstr>Learn!!!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Boyu Shen</dc:creator>
  <cp:lastModifiedBy>Boyu Shen</cp:lastModifiedBy>
  <cp:revision>7</cp:revision>
  <dcterms:created xsi:type="dcterms:W3CDTF">2024-10-27T20:56:17Z</dcterms:created>
  <dcterms:modified xsi:type="dcterms:W3CDTF">2024-10-31T22:48:54Z</dcterms:modified>
</cp:coreProperties>
</file>